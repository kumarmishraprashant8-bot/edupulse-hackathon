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/>
            </a:pPr>
            <a:r>
              <a:t>Problem</a:t>
            </a:r>
          </a:p>
          <a:p>
            <a:pPr>
              <a:defRPr sz="1400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/>
            </a:pPr>
            <a:r>
              <a:t>Desired Student Change</a:t>
            </a:r>
          </a:p>
          <a:p>
            <a:pPr>
              <a:defRPr sz="1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/>
            </a:pPr>
            <a:r>
              <a:t>Key Stakeholders</a:t>
            </a:r>
          </a:p>
          <a:p>
            <a:pPr>
              <a:defRPr sz="1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029200" y="41148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/>
            </a:pPr>
            <a:r>
              <a:t>Practice Changes</a:t>
            </a:r>
          </a:p>
          <a:p>
            <a:pPr>
              <a:defRPr sz="1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Indicators &amp;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Success Indicators: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